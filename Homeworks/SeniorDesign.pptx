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5" r:id="rId1"/>
  </p:sldMasterIdLst>
  <p:sldIdLst>
    <p:sldId id="256" r:id="rId2"/>
    <p:sldId id="257" r:id="rId3"/>
    <p:sldId id="258" r:id="rId4"/>
    <p:sldId id="259" r:id="rId5"/>
    <p:sldId id="261" r:id="rId6"/>
    <p:sldId id="262" r:id="rId7"/>
    <p:sldId id="260"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94"/>
  </p:normalViewPr>
  <p:slideViewPr>
    <p:cSldViewPr snapToGrid="0">
      <p:cViewPr>
        <p:scale>
          <a:sx n="100" d="100"/>
          <a:sy n="100" d="100"/>
        </p:scale>
        <p:origin x="1544" y="6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F58D-B62B-40BB-83AA-9D07CFC4ED26}"/>
              </a:ext>
            </a:extLst>
          </p:cNvPr>
          <p:cNvSpPr>
            <a:spLocks noGrp="1"/>
          </p:cNvSpPr>
          <p:nvPr>
            <p:ph type="ctrTitle"/>
          </p:nvPr>
        </p:nvSpPr>
        <p:spPr>
          <a:xfrm>
            <a:off x="612648" y="557783"/>
            <a:ext cx="10969752" cy="3130807"/>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6AC06D3-F571-4213-A2A4-6A1915120CED}"/>
              </a:ext>
            </a:extLst>
          </p:cNvPr>
          <p:cNvSpPr>
            <a:spLocks noGrp="1"/>
          </p:cNvSpPr>
          <p:nvPr>
            <p:ph type="subTitle" idx="1"/>
          </p:nvPr>
        </p:nvSpPr>
        <p:spPr>
          <a:xfrm>
            <a:off x="612648" y="3902206"/>
            <a:ext cx="10969752" cy="2240529"/>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75A10580-AD31-4B8F-8448-55A666AC1725}"/>
              </a:ext>
            </a:extLst>
          </p:cNvPr>
          <p:cNvSpPr>
            <a:spLocks noGrp="1"/>
          </p:cNvSpPr>
          <p:nvPr>
            <p:ph type="dt" sz="half" idx="10"/>
          </p:nvPr>
        </p:nvSpPr>
        <p:spPr/>
        <p:txBody>
          <a:bodyPr/>
          <a:lstStyle/>
          <a:p>
            <a:fld id="{79C5A860-F335-4252-AA00-24FB67ED2982}" type="datetime1">
              <a:rPr lang="en-US" smtClean="0"/>
              <a:t>12/3/25</a:t>
            </a:fld>
            <a:endParaRPr lang="en-US"/>
          </a:p>
        </p:txBody>
      </p:sp>
      <p:sp>
        <p:nvSpPr>
          <p:cNvPr id="5" name="Footer Placeholder 4">
            <a:extLst>
              <a:ext uri="{FF2B5EF4-FFF2-40B4-BE49-F238E27FC236}">
                <a16:creationId xmlns:a16="http://schemas.microsoft.com/office/drawing/2014/main" id="{15EC99C8-515A-4FEA-9CD2-6D0BF46CF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72AF1B-1868-4C05-B6C3-9EBF29A50AD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42112297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6D384-B2C5-42A4-9774-A931C39BA5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8D736C-5FCC-43BC-B824-A90F2CC5D1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4A3A50-B922-45BE-945D-7ED3EBD83F7C}"/>
              </a:ext>
            </a:extLst>
          </p:cNvPr>
          <p:cNvSpPr>
            <a:spLocks noGrp="1"/>
          </p:cNvSpPr>
          <p:nvPr>
            <p:ph type="dt" sz="half" idx="10"/>
          </p:nvPr>
        </p:nvSpPr>
        <p:spPr/>
        <p:txBody>
          <a:bodyPr/>
          <a:lstStyle/>
          <a:p>
            <a:fld id="{D04BC802-30E3-4658-9CCA-F873646FEC67}" type="datetime1">
              <a:rPr lang="en-US" smtClean="0"/>
              <a:t>12/3/25</a:t>
            </a:fld>
            <a:endParaRPr lang="en-US"/>
          </a:p>
        </p:txBody>
      </p:sp>
      <p:sp>
        <p:nvSpPr>
          <p:cNvPr id="5" name="Footer Placeholder 4">
            <a:extLst>
              <a:ext uri="{FF2B5EF4-FFF2-40B4-BE49-F238E27FC236}">
                <a16:creationId xmlns:a16="http://schemas.microsoft.com/office/drawing/2014/main" id="{64241F78-20DE-4D53-BB25-79E5C4E1AB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643084-C669-4FDF-87D4-F22D36BB827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548625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C559-800C-489A-9174-7901F92B0D47}"/>
              </a:ext>
            </a:extLst>
          </p:cNvPr>
          <p:cNvSpPr>
            <a:spLocks noGrp="1"/>
          </p:cNvSpPr>
          <p:nvPr>
            <p:ph type="title"/>
          </p:nvPr>
        </p:nvSpPr>
        <p:spPr>
          <a:xfrm>
            <a:off x="612648" y="557784"/>
            <a:ext cx="10969752" cy="3146400"/>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142B5C3-320B-4CFD-B6A7-A28C7E435B41}"/>
              </a:ext>
            </a:extLst>
          </p:cNvPr>
          <p:cNvSpPr>
            <a:spLocks noGrp="1"/>
          </p:cNvSpPr>
          <p:nvPr>
            <p:ph type="body" idx="1"/>
          </p:nvPr>
        </p:nvSpPr>
        <p:spPr>
          <a:xfrm>
            <a:off x="612648" y="3902207"/>
            <a:ext cx="10969752" cy="2187443"/>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FCA372-3F42-4113-A73B-5FDCF93CB5BC}"/>
              </a:ext>
            </a:extLst>
          </p:cNvPr>
          <p:cNvSpPr>
            <a:spLocks noGrp="1"/>
          </p:cNvSpPr>
          <p:nvPr>
            <p:ph type="dt" sz="half" idx="10"/>
          </p:nvPr>
        </p:nvSpPr>
        <p:spPr/>
        <p:txBody>
          <a:bodyPr/>
          <a:lstStyle/>
          <a:p>
            <a:fld id="{0AB227A3-19CE-4153-81CE-64EB7AB094B3}" type="datetime1">
              <a:rPr lang="en-US" smtClean="0"/>
              <a:t>12/3/25</a:t>
            </a:fld>
            <a:endParaRPr lang="en-US"/>
          </a:p>
        </p:txBody>
      </p:sp>
      <p:sp>
        <p:nvSpPr>
          <p:cNvPr id="5" name="Footer Placeholder 4">
            <a:extLst>
              <a:ext uri="{FF2B5EF4-FFF2-40B4-BE49-F238E27FC236}">
                <a16:creationId xmlns:a16="http://schemas.microsoft.com/office/drawing/2014/main" id="{F0DA1197-0C78-4878-B086-5D206EA491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B83D8-FD42-44FF-AA20-944A519CC0B2}"/>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6195225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685AA-B5C7-4E3D-85FA-94F3C73E59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3AFEEA-6F3F-4630-A950-61C05D2FAFBC}"/>
              </a:ext>
            </a:extLst>
          </p:cNvPr>
          <p:cNvSpPr>
            <a:spLocks noGrp="1"/>
          </p:cNvSpPr>
          <p:nvPr>
            <p:ph sz="half" idx="1"/>
          </p:nvPr>
        </p:nvSpPr>
        <p:spPr>
          <a:xfrm>
            <a:off x="609600" y="2081369"/>
            <a:ext cx="5410200" cy="40955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AC36817-B869-4D19-9EE8-A3166B0E1591}"/>
              </a:ext>
            </a:extLst>
          </p:cNvPr>
          <p:cNvSpPr>
            <a:spLocks noGrp="1"/>
          </p:cNvSpPr>
          <p:nvPr>
            <p:ph sz="half" idx="2"/>
          </p:nvPr>
        </p:nvSpPr>
        <p:spPr>
          <a:xfrm>
            <a:off x="6172202" y="2081369"/>
            <a:ext cx="5410200" cy="40955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FC074146-2374-4321-AEBB-3E9B09D7796D}"/>
              </a:ext>
            </a:extLst>
          </p:cNvPr>
          <p:cNvSpPr>
            <a:spLocks noGrp="1"/>
          </p:cNvSpPr>
          <p:nvPr>
            <p:ph type="dt" sz="half" idx="10"/>
          </p:nvPr>
        </p:nvSpPr>
        <p:spPr/>
        <p:txBody>
          <a:bodyPr/>
          <a:lstStyle/>
          <a:p>
            <a:fld id="{B819A100-10F6-477E-8847-29D479EF1C92}" type="datetime1">
              <a:rPr lang="en-US" smtClean="0"/>
              <a:t>12/3/25</a:t>
            </a:fld>
            <a:endParaRPr lang="en-US"/>
          </a:p>
        </p:txBody>
      </p:sp>
      <p:sp>
        <p:nvSpPr>
          <p:cNvPr id="6" name="Footer Placeholder 5">
            <a:extLst>
              <a:ext uri="{FF2B5EF4-FFF2-40B4-BE49-F238E27FC236}">
                <a16:creationId xmlns:a16="http://schemas.microsoft.com/office/drawing/2014/main" id="{2C42337B-B902-4DC2-BB94-02B8A7549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4AD585-B83C-4ECF-AF42-8DDF6996B79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596152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A9ADB-3495-481F-BB4E-9C7128B17B1F}"/>
              </a:ext>
            </a:extLst>
          </p:cNvPr>
          <p:cNvSpPr>
            <a:spLocks noGrp="1"/>
          </p:cNvSpPr>
          <p:nvPr>
            <p:ph type="title"/>
          </p:nvPr>
        </p:nvSpPr>
        <p:spPr>
          <a:xfrm>
            <a:off x="609600" y="365125"/>
            <a:ext cx="10745788"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ED6FF4C-26CB-4281-A2F7-6CBE45186791}"/>
              </a:ext>
            </a:extLst>
          </p:cNvPr>
          <p:cNvSpPr>
            <a:spLocks noGrp="1"/>
          </p:cNvSpPr>
          <p:nvPr>
            <p:ph type="body" idx="1"/>
          </p:nvPr>
        </p:nvSpPr>
        <p:spPr>
          <a:xfrm>
            <a:off x="609600" y="1895096"/>
            <a:ext cx="5387975" cy="82391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2E72A9-F222-45B4-9355-C04C05864139}"/>
              </a:ext>
            </a:extLst>
          </p:cNvPr>
          <p:cNvSpPr>
            <a:spLocks noGrp="1"/>
          </p:cNvSpPr>
          <p:nvPr>
            <p:ph sz="half" idx="2"/>
          </p:nvPr>
        </p:nvSpPr>
        <p:spPr>
          <a:xfrm>
            <a:off x="609600" y="2842211"/>
            <a:ext cx="5387975" cy="33474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4A699F6E-77AD-4EBC-BAF9-5A43CDEC41E2}"/>
              </a:ext>
            </a:extLst>
          </p:cNvPr>
          <p:cNvSpPr>
            <a:spLocks noGrp="1"/>
          </p:cNvSpPr>
          <p:nvPr>
            <p:ph type="body" sz="quarter" idx="3"/>
          </p:nvPr>
        </p:nvSpPr>
        <p:spPr>
          <a:xfrm>
            <a:off x="6167890" y="1895096"/>
            <a:ext cx="5414510" cy="82391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F77677-7169-4591-B047-0678815F48E6}"/>
              </a:ext>
            </a:extLst>
          </p:cNvPr>
          <p:cNvSpPr>
            <a:spLocks noGrp="1"/>
          </p:cNvSpPr>
          <p:nvPr>
            <p:ph sz="quarter" idx="4"/>
          </p:nvPr>
        </p:nvSpPr>
        <p:spPr>
          <a:xfrm>
            <a:off x="6167890" y="2842211"/>
            <a:ext cx="5414510" cy="33474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82A6EB-0285-4FA4-A00C-A7F716084FD3}"/>
              </a:ext>
            </a:extLst>
          </p:cNvPr>
          <p:cNvSpPr>
            <a:spLocks noGrp="1"/>
          </p:cNvSpPr>
          <p:nvPr>
            <p:ph type="dt" sz="half" idx="10"/>
          </p:nvPr>
        </p:nvSpPr>
        <p:spPr/>
        <p:txBody>
          <a:bodyPr/>
          <a:lstStyle/>
          <a:p>
            <a:fld id="{5DF128AB-198A-495F-8475-FDB360C9873F}" type="datetime1">
              <a:rPr lang="en-US" smtClean="0"/>
              <a:t>12/3/25</a:t>
            </a:fld>
            <a:endParaRPr lang="en-US"/>
          </a:p>
        </p:txBody>
      </p:sp>
      <p:sp>
        <p:nvSpPr>
          <p:cNvPr id="8" name="Footer Placeholder 7">
            <a:extLst>
              <a:ext uri="{FF2B5EF4-FFF2-40B4-BE49-F238E27FC236}">
                <a16:creationId xmlns:a16="http://schemas.microsoft.com/office/drawing/2014/main" id="{86D39526-82B8-402C-8A2B-82EF8F3F3A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5EC9E6-6FF1-4541-9CB1-A2FF9D852169}"/>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030042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70F54-6CED-4251-A0A6-32CCD1213F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72C8E6-49D6-46A5-8DC3-B0D8E683C9CB}"/>
              </a:ext>
            </a:extLst>
          </p:cNvPr>
          <p:cNvSpPr>
            <a:spLocks noGrp="1"/>
          </p:cNvSpPr>
          <p:nvPr>
            <p:ph type="dt" sz="half" idx="10"/>
          </p:nvPr>
        </p:nvSpPr>
        <p:spPr/>
        <p:txBody>
          <a:bodyPr/>
          <a:lstStyle/>
          <a:p>
            <a:fld id="{021A235E-F8FD-479F-9FC7-18BE84110877}" type="datetime1">
              <a:rPr lang="en-US" smtClean="0"/>
              <a:t>12/3/25</a:t>
            </a:fld>
            <a:endParaRPr lang="en-US"/>
          </a:p>
        </p:txBody>
      </p:sp>
      <p:sp>
        <p:nvSpPr>
          <p:cNvPr id="4" name="Footer Placeholder 3">
            <a:extLst>
              <a:ext uri="{FF2B5EF4-FFF2-40B4-BE49-F238E27FC236}">
                <a16:creationId xmlns:a16="http://schemas.microsoft.com/office/drawing/2014/main" id="{AB883CBA-77CD-4490-A5F3-BAA8FC254A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A5FF79-61B6-4693-8547-95B1F2F7A194}"/>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062100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DCB94-13E9-41CB-88F0-D30A1791DCBA}"/>
              </a:ext>
            </a:extLst>
          </p:cNvPr>
          <p:cNvSpPr>
            <a:spLocks noGrp="1"/>
          </p:cNvSpPr>
          <p:nvPr>
            <p:ph type="dt" sz="half" idx="10"/>
          </p:nvPr>
        </p:nvSpPr>
        <p:spPr/>
        <p:txBody>
          <a:bodyPr/>
          <a:lstStyle/>
          <a:p>
            <a:fld id="{E890F09B-68DA-462E-9DB4-4C9ADAB8CBCC}" type="datetime1">
              <a:rPr lang="en-US" smtClean="0"/>
              <a:t>12/3/25</a:t>
            </a:fld>
            <a:endParaRPr lang="en-US"/>
          </a:p>
        </p:txBody>
      </p:sp>
      <p:sp>
        <p:nvSpPr>
          <p:cNvPr id="3" name="Footer Placeholder 2">
            <a:extLst>
              <a:ext uri="{FF2B5EF4-FFF2-40B4-BE49-F238E27FC236}">
                <a16:creationId xmlns:a16="http://schemas.microsoft.com/office/drawing/2014/main" id="{244795A4-736C-426D-8559-5AD5892756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2A2ACD-17F3-4C16-8E77-86EC92CCD552}"/>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56484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FCB2E-B68A-48F9-8B20-CDED818FB6E0}"/>
              </a:ext>
            </a:extLst>
          </p:cNvPr>
          <p:cNvSpPr>
            <a:spLocks noGrp="1"/>
          </p:cNvSpPr>
          <p:nvPr>
            <p:ph type="title"/>
          </p:nvPr>
        </p:nvSpPr>
        <p:spPr>
          <a:xfrm>
            <a:off x="612649" y="457199"/>
            <a:ext cx="4970822" cy="2660205"/>
          </a:xfrm>
        </p:spPr>
        <p:txBody>
          <a:bodyPr anchor="b">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D081C83-64B5-4BFD-A163-75C2EA7F8973}"/>
              </a:ext>
            </a:extLst>
          </p:cNvPr>
          <p:cNvSpPr>
            <a:spLocks noGrp="1"/>
          </p:cNvSpPr>
          <p:nvPr>
            <p:ph idx="1"/>
          </p:nvPr>
        </p:nvSpPr>
        <p:spPr>
          <a:xfrm>
            <a:off x="6096000" y="457200"/>
            <a:ext cx="5483352" cy="5744003"/>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25D44AD-E361-48A3-936D-DDA0D5144510}"/>
              </a:ext>
            </a:extLst>
          </p:cNvPr>
          <p:cNvSpPr>
            <a:spLocks noGrp="1"/>
          </p:cNvSpPr>
          <p:nvPr>
            <p:ph type="body" sz="half" idx="2"/>
          </p:nvPr>
        </p:nvSpPr>
        <p:spPr>
          <a:xfrm>
            <a:off x="612649" y="3329989"/>
            <a:ext cx="4970822" cy="2871216"/>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EED06C-E016-489C-8863-EA1BE998BC48}"/>
              </a:ext>
            </a:extLst>
          </p:cNvPr>
          <p:cNvSpPr>
            <a:spLocks noGrp="1"/>
          </p:cNvSpPr>
          <p:nvPr>
            <p:ph type="dt" sz="half" idx="10"/>
          </p:nvPr>
        </p:nvSpPr>
        <p:spPr/>
        <p:txBody>
          <a:bodyPr/>
          <a:lstStyle/>
          <a:p>
            <a:fld id="{17AC4E36-FABE-47EB-AA7F-C19A93824617}" type="datetime1">
              <a:rPr lang="en-US" smtClean="0"/>
              <a:t>12/3/25</a:t>
            </a:fld>
            <a:endParaRPr lang="en-US"/>
          </a:p>
        </p:txBody>
      </p:sp>
      <p:sp>
        <p:nvSpPr>
          <p:cNvPr id="6" name="Footer Placeholder 5">
            <a:extLst>
              <a:ext uri="{FF2B5EF4-FFF2-40B4-BE49-F238E27FC236}">
                <a16:creationId xmlns:a16="http://schemas.microsoft.com/office/drawing/2014/main" id="{359161F0-D253-49A7-9A08-7A0A228146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42C61A-B326-40A7-A286-90D0544BBC34}"/>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512518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2DF6F-D00F-4CE4-8701-B0062734611B}"/>
              </a:ext>
            </a:extLst>
          </p:cNvPr>
          <p:cNvSpPr>
            <a:spLocks noGrp="1"/>
          </p:cNvSpPr>
          <p:nvPr>
            <p:ph type="title"/>
          </p:nvPr>
        </p:nvSpPr>
        <p:spPr>
          <a:xfrm>
            <a:off x="612649" y="457199"/>
            <a:ext cx="4970822" cy="2667485"/>
          </a:xfrm>
        </p:spPr>
        <p:txBody>
          <a:bodyPr anchor="b">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0A0FF7AB-F851-4425-8407-996C920E6847}"/>
              </a:ext>
            </a:extLst>
          </p:cNvPr>
          <p:cNvSpPr>
            <a:spLocks noGrp="1"/>
          </p:cNvSpPr>
          <p:nvPr>
            <p:ph type="pic" idx="1"/>
          </p:nvPr>
        </p:nvSpPr>
        <p:spPr>
          <a:xfrm>
            <a:off x="6096000" y="457199"/>
            <a:ext cx="5483352" cy="540385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A2ED6CF5-154F-4615-8CDC-E2BFA61FABE2}"/>
              </a:ext>
            </a:extLst>
          </p:cNvPr>
          <p:cNvSpPr>
            <a:spLocks noGrp="1"/>
          </p:cNvSpPr>
          <p:nvPr>
            <p:ph type="body" sz="half" idx="2"/>
          </p:nvPr>
        </p:nvSpPr>
        <p:spPr>
          <a:xfrm>
            <a:off x="612649" y="3322708"/>
            <a:ext cx="4970822" cy="254628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5C400-0D13-495F-8C4E-EC3CDF5F22AF}"/>
              </a:ext>
            </a:extLst>
          </p:cNvPr>
          <p:cNvSpPr>
            <a:spLocks noGrp="1"/>
          </p:cNvSpPr>
          <p:nvPr>
            <p:ph type="dt" sz="half" idx="10"/>
          </p:nvPr>
        </p:nvSpPr>
        <p:spPr/>
        <p:txBody>
          <a:bodyPr/>
          <a:lstStyle/>
          <a:p>
            <a:fld id="{F199CE6B-5DE6-4A2D-B72E-5E8969F9F56F}" type="datetime1">
              <a:rPr lang="en-US" smtClean="0"/>
              <a:t>12/3/25</a:t>
            </a:fld>
            <a:endParaRPr lang="en-US"/>
          </a:p>
        </p:txBody>
      </p:sp>
      <p:sp>
        <p:nvSpPr>
          <p:cNvPr id="6" name="Footer Placeholder 5">
            <a:extLst>
              <a:ext uri="{FF2B5EF4-FFF2-40B4-BE49-F238E27FC236}">
                <a16:creationId xmlns:a16="http://schemas.microsoft.com/office/drawing/2014/main" id="{4CB290D7-98AC-45E5-A7D6-73520AFC7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94276C-2BD2-4C4F-AC04-DD3D73768A5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0957043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170B0-C1C5-4976-80E8-6B4F90EB362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097593EE-493E-4BCE-8992-24CA63E1E0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80919F-FDDD-42FB-8422-A0665D558D00}"/>
              </a:ext>
            </a:extLst>
          </p:cNvPr>
          <p:cNvSpPr>
            <a:spLocks noGrp="1"/>
          </p:cNvSpPr>
          <p:nvPr>
            <p:ph type="dt" sz="half" idx="10"/>
          </p:nvPr>
        </p:nvSpPr>
        <p:spPr/>
        <p:txBody>
          <a:bodyPr/>
          <a:lstStyle/>
          <a:p>
            <a:fld id="{46AB1048-0047-48CA-88BA-D69B470942CF}" type="datetime1">
              <a:rPr lang="en-US" smtClean="0"/>
              <a:t>12/3/25</a:t>
            </a:fld>
            <a:endParaRPr lang="en-US"/>
          </a:p>
        </p:txBody>
      </p:sp>
      <p:sp>
        <p:nvSpPr>
          <p:cNvPr id="5" name="Footer Placeholder 4">
            <a:extLst>
              <a:ext uri="{FF2B5EF4-FFF2-40B4-BE49-F238E27FC236}">
                <a16:creationId xmlns:a16="http://schemas.microsoft.com/office/drawing/2014/main" id="{A216D38A-35F8-4667-A1F4-49644471E9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9CC230-78B7-487B-9C95-CB00868F6F1F}"/>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7285115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4CB826-D9AA-4689-B8C0-38D999F0D065}"/>
              </a:ext>
            </a:extLst>
          </p:cNvPr>
          <p:cNvSpPr>
            <a:spLocks noGrp="1"/>
          </p:cNvSpPr>
          <p:nvPr>
            <p:ph type="title" orient="vert"/>
          </p:nvPr>
        </p:nvSpPr>
        <p:spPr>
          <a:xfrm>
            <a:off x="8724900" y="557784"/>
            <a:ext cx="2854452" cy="5643420"/>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61F1CDD-16FB-45E0-9887-24374C567647}"/>
              </a:ext>
            </a:extLst>
          </p:cNvPr>
          <p:cNvSpPr>
            <a:spLocks noGrp="1"/>
          </p:cNvSpPr>
          <p:nvPr>
            <p:ph type="body" orient="vert" idx="1"/>
          </p:nvPr>
        </p:nvSpPr>
        <p:spPr>
          <a:xfrm>
            <a:off x="612648" y="557784"/>
            <a:ext cx="7734300" cy="56434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846397-BBD2-4426-B1F5-FD6EA3CDC866}"/>
              </a:ext>
            </a:extLst>
          </p:cNvPr>
          <p:cNvSpPr>
            <a:spLocks noGrp="1"/>
          </p:cNvSpPr>
          <p:nvPr>
            <p:ph type="dt" sz="half" idx="10"/>
          </p:nvPr>
        </p:nvSpPr>
        <p:spPr/>
        <p:txBody>
          <a:bodyPr/>
          <a:lstStyle/>
          <a:p>
            <a:fld id="{5BD83879-648C-49A9-81A2-0EF5946532D0}" type="datetime1">
              <a:rPr lang="en-US" smtClean="0"/>
              <a:t>12/3/25</a:t>
            </a:fld>
            <a:endParaRPr lang="en-US"/>
          </a:p>
        </p:txBody>
      </p:sp>
      <p:sp>
        <p:nvSpPr>
          <p:cNvPr id="5" name="Footer Placeholder 4">
            <a:extLst>
              <a:ext uri="{FF2B5EF4-FFF2-40B4-BE49-F238E27FC236}">
                <a16:creationId xmlns:a16="http://schemas.microsoft.com/office/drawing/2014/main" id="{FDAB91E4-73D0-4ACD-8F54-00EE6FB1D6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B28C61-59FE-44D6-A7D6-AAD292232778}"/>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231127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42E603F-28B7-4831-BF23-65FBAB13D5FB}"/>
              </a:ext>
            </a:extLst>
          </p:cNvPr>
          <p:cNvSpPr/>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Shape 7">
            <a:extLst>
              <a:ext uri="{FF2B5EF4-FFF2-40B4-BE49-F238E27FC236}">
                <a16:creationId xmlns:a16="http://schemas.microsoft.com/office/drawing/2014/main" id="{4D39700F-2B10-4402-A7DD-06EE2245880D}"/>
              </a:ext>
              <a:ext uri="{C183D7F6-B498-43B3-948B-1728B52AA6E4}">
                <adec:decorative xmlns:adec="http://schemas.microsoft.com/office/drawing/2017/decorative" val="1"/>
              </a:ext>
            </a:extLst>
          </p:cNvPr>
          <p:cNvSpPr/>
          <p:nvPr/>
        </p:nvSpPr>
        <p:spPr>
          <a:xfrm>
            <a:off x="-1" y="232968"/>
            <a:ext cx="9560477" cy="6625032"/>
          </a:xfrm>
          <a:custGeom>
            <a:avLst/>
            <a:gdLst>
              <a:gd name="connsiteX0" fmla="*/ 8831314 w 9263816"/>
              <a:gd name="connsiteY0" fmla="*/ 5943878 h 6858000"/>
              <a:gd name="connsiteX1" fmla="*/ 9179783 w 9263816"/>
              <a:gd name="connsiteY1" fmla="*/ 6086141 h 6858000"/>
              <a:gd name="connsiteX2" fmla="*/ 9260887 w 9263816"/>
              <a:gd name="connsiteY2" fmla="*/ 6279156 h 6858000"/>
              <a:gd name="connsiteX3" fmla="*/ 8925621 w 9263816"/>
              <a:gd name="connsiteY3" fmla="*/ 6708712 h 6858000"/>
              <a:gd name="connsiteX4" fmla="*/ 8496050 w 9263816"/>
              <a:gd name="connsiteY4" fmla="*/ 6373449 h 6858000"/>
              <a:gd name="connsiteX5" fmla="*/ 8831314 w 9263816"/>
              <a:gd name="connsiteY5" fmla="*/ 5943878 h 6858000"/>
              <a:gd name="connsiteX6" fmla="*/ 7397485 w 9263816"/>
              <a:gd name="connsiteY6" fmla="*/ 5931706 h 6858000"/>
              <a:gd name="connsiteX7" fmla="*/ 7917779 w 9263816"/>
              <a:gd name="connsiteY7" fmla="*/ 6191864 h 6858000"/>
              <a:gd name="connsiteX8" fmla="*/ 8013467 w 9263816"/>
              <a:gd name="connsiteY8" fmla="*/ 6375784 h 6858000"/>
              <a:gd name="connsiteX9" fmla="*/ 8021879 w 9263816"/>
              <a:gd name="connsiteY9" fmla="*/ 6753751 h 6858000"/>
              <a:gd name="connsiteX10" fmla="*/ 7981316 w 9263816"/>
              <a:gd name="connsiteY10" fmla="*/ 6858000 h 6858000"/>
              <a:gd name="connsiteX11" fmla="*/ 6819486 w 9263816"/>
              <a:gd name="connsiteY11" fmla="*/ 6858000 h 6858000"/>
              <a:gd name="connsiteX12" fmla="*/ 6785199 w 9263816"/>
              <a:gd name="connsiteY12" fmla="*/ 6781101 h 6858000"/>
              <a:gd name="connsiteX13" fmla="*/ 7196747 w 9263816"/>
              <a:gd name="connsiteY13" fmla="*/ 5964309 h 6858000"/>
              <a:gd name="connsiteX14" fmla="*/ 7397485 w 9263816"/>
              <a:gd name="connsiteY14" fmla="*/ 5931706 h 6858000"/>
              <a:gd name="connsiteX15" fmla="*/ 1505570 w 9263816"/>
              <a:gd name="connsiteY15" fmla="*/ 227178 h 6858000"/>
              <a:gd name="connsiteX16" fmla="*/ 2026489 w 9263816"/>
              <a:gd name="connsiteY16" fmla="*/ 392370 h 6858000"/>
              <a:gd name="connsiteX17" fmla="*/ 2444553 w 9263816"/>
              <a:gd name="connsiteY17" fmla="*/ 1654853 h 6858000"/>
              <a:gd name="connsiteX18" fmla="*/ 3183153 w 9263816"/>
              <a:gd name="connsiteY18" fmla="*/ 2116208 h 6858000"/>
              <a:gd name="connsiteX19" fmla="*/ 4288384 w 9263816"/>
              <a:gd name="connsiteY19" fmla="*/ 1291908 h 6858000"/>
              <a:gd name="connsiteX20" fmla="*/ 5472602 w 9263816"/>
              <a:gd name="connsiteY20" fmla="*/ 1697818 h 6858000"/>
              <a:gd name="connsiteX21" fmla="*/ 5844697 w 9263816"/>
              <a:gd name="connsiteY21" fmla="*/ 3444791 h 6858000"/>
              <a:gd name="connsiteX22" fmla="*/ 6715674 w 9263816"/>
              <a:gd name="connsiteY22" fmla="*/ 4065208 h 6858000"/>
              <a:gd name="connsiteX23" fmla="*/ 8130429 w 9263816"/>
              <a:gd name="connsiteY23" fmla="*/ 4101787 h 6858000"/>
              <a:gd name="connsiteX24" fmla="*/ 8624630 w 9263816"/>
              <a:gd name="connsiteY24" fmla="*/ 4686202 h 6858000"/>
              <a:gd name="connsiteX25" fmla="*/ 8623843 w 9263816"/>
              <a:gd name="connsiteY25" fmla="*/ 4685749 h 6858000"/>
              <a:gd name="connsiteX26" fmla="*/ 8646859 w 9263816"/>
              <a:gd name="connsiteY26" fmla="*/ 4835156 h 6858000"/>
              <a:gd name="connsiteX27" fmla="*/ 8079403 w 9263816"/>
              <a:gd name="connsiteY27" fmla="*/ 5661624 h 6858000"/>
              <a:gd name="connsiteX28" fmla="*/ 6833105 w 9263816"/>
              <a:gd name="connsiteY28" fmla="*/ 5397208 h 6858000"/>
              <a:gd name="connsiteX29" fmla="*/ 5900832 w 9263816"/>
              <a:gd name="connsiteY29" fmla="*/ 5944462 h 6858000"/>
              <a:gd name="connsiteX30" fmla="*/ 6067212 w 9263816"/>
              <a:gd name="connsiteY30" fmla="*/ 6811916 h 6858000"/>
              <a:gd name="connsiteX31" fmla="*/ 6089565 w 9263816"/>
              <a:gd name="connsiteY31" fmla="*/ 6858000 h 6858000"/>
              <a:gd name="connsiteX32" fmla="*/ 0 w 9263816"/>
              <a:gd name="connsiteY32" fmla="*/ 6858000 h 6858000"/>
              <a:gd name="connsiteX33" fmla="*/ 0 w 9263816"/>
              <a:gd name="connsiteY33" fmla="*/ 2181377 h 6858000"/>
              <a:gd name="connsiteX34" fmla="*/ 73069 w 9263816"/>
              <a:gd name="connsiteY34" fmla="*/ 2215839 h 6858000"/>
              <a:gd name="connsiteX35" fmla="*/ 335445 w 9263816"/>
              <a:gd name="connsiteY35" fmla="*/ 2237140 h 6858000"/>
              <a:gd name="connsiteX36" fmla="*/ 752878 w 9263816"/>
              <a:gd name="connsiteY36" fmla="*/ 1445285 h 6858000"/>
              <a:gd name="connsiteX37" fmla="*/ 1202551 w 9263816"/>
              <a:gd name="connsiteY37" fmla="*/ 314229 h 6858000"/>
              <a:gd name="connsiteX38" fmla="*/ 1505570 w 9263816"/>
              <a:gd name="connsiteY38" fmla="*/ 227178 h 6858000"/>
              <a:gd name="connsiteX39" fmla="*/ 3142509 w 9263816"/>
              <a:gd name="connsiteY39" fmla="*/ 68854 h 6858000"/>
              <a:gd name="connsiteX40" fmla="*/ 3490978 w 9263816"/>
              <a:gd name="connsiteY40" fmla="*/ 211117 h 6858000"/>
              <a:gd name="connsiteX41" fmla="*/ 3572083 w 9263816"/>
              <a:gd name="connsiteY41" fmla="*/ 404131 h 6858000"/>
              <a:gd name="connsiteX42" fmla="*/ 3236814 w 9263816"/>
              <a:gd name="connsiteY42" fmla="*/ 833688 h 6858000"/>
              <a:gd name="connsiteX43" fmla="*/ 2807245 w 9263816"/>
              <a:gd name="connsiteY43" fmla="*/ 498425 h 6858000"/>
              <a:gd name="connsiteX44" fmla="*/ 3142509 w 9263816"/>
              <a:gd name="connsiteY44" fmla="*/ 68854 h 6858000"/>
              <a:gd name="connsiteX45" fmla="*/ 0 w 9263816"/>
              <a:gd name="connsiteY45" fmla="*/ 0 h 6858000"/>
              <a:gd name="connsiteX46" fmla="*/ 39858 w 9263816"/>
              <a:gd name="connsiteY46" fmla="*/ 0 h 6858000"/>
              <a:gd name="connsiteX47" fmla="*/ 65022 w 9263816"/>
              <a:gd name="connsiteY47" fmla="*/ 5834 h 6858000"/>
              <a:gd name="connsiteX48" fmla="*/ 389258 w 9263816"/>
              <a:gd name="connsiteY48" fmla="*/ 235630 h 6858000"/>
              <a:gd name="connsiteX49" fmla="*/ 485484 w 9263816"/>
              <a:gd name="connsiteY49" fmla="*/ 420070 h 6858000"/>
              <a:gd name="connsiteX50" fmla="*/ 74229 w 9263816"/>
              <a:gd name="connsiteY50" fmla="*/ 1237955 h 6858000"/>
              <a:gd name="connsiteX51" fmla="*/ 0 w 9263816"/>
              <a:gd name="connsiteY51" fmla="*/ 125447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9263816" h="6858000">
                <a:moveTo>
                  <a:pt x="8831314" y="5943878"/>
                </a:moveTo>
                <a:cubicBezTo>
                  <a:pt x="8964281" y="5927490"/>
                  <a:pt x="9096260" y="5981362"/>
                  <a:pt x="9179783" y="6086141"/>
                </a:cubicBezTo>
                <a:cubicBezTo>
                  <a:pt x="9224074" y="6141769"/>
                  <a:pt x="9252211" y="6208560"/>
                  <a:pt x="9260887" y="6279156"/>
                </a:cubicBezTo>
                <a:cubicBezTo>
                  <a:pt x="9286897" y="6490362"/>
                  <a:pt x="9136845" y="6682672"/>
                  <a:pt x="8925621" y="6708712"/>
                </a:cubicBezTo>
                <a:cubicBezTo>
                  <a:pt x="8714398" y="6734766"/>
                  <a:pt x="8522062" y="6584655"/>
                  <a:pt x="8496050" y="6373449"/>
                </a:cubicBezTo>
                <a:cubicBezTo>
                  <a:pt x="8470038" y="6162229"/>
                  <a:pt x="8620090" y="5969920"/>
                  <a:pt x="8831314" y="5943878"/>
                </a:cubicBezTo>
                <a:close/>
                <a:moveTo>
                  <a:pt x="7397485" y="5931706"/>
                </a:moveTo>
                <a:cubicBezTo>
                  <a:pt x="7598431" y="5931157"/>
                  <a:pt x="7792965" y="6024548"/>
                  <a:pt x="7917779" y="6191864"/>
                </a:cubicBezTo>
                <a:cubicBezTo>
                  <a:pt x="7959204" y="6247714"/>
                  <a:pt x="7991530" y="6309792"/>
                  <a:pt x="8013467" y="6375784"/>
                </a:cubicBezTo>
                <a:cubicBezTo>
                  <a:pt x="8055425" y="6502973"/>
                  <a:pt x="8055748" y="6633888"/>
                  <a:pt x="8021879" y="6753751"/>
                </a:cubicBezTo>
                <a:lnTo>
                  <a:pt x="7981316" y="6858000"/>
                </a:lnTo>
                <a:lnTo>
                  <a:pt x="6819486" y="6858000"/>
                </a:lnTo>
                <a:lnTo>
                  <a:pt x="6785199" y="6781101"/>
                </a:lnTo>
                <a:cubicBezTo>
                  <a:pt x="6673307" y="6441922"/>
                  <a:pt x="6857485" y="6076251"/>
                  <a:pt x="7196747" y="5964309"/>
                </a:cubicBezTo>
                <a:cubicBezTo>
                  <a:pt x="7262809" y="5942509"/>
                  <a:pt x="7330503" y="5931889"/>
                  <a:pt x="7397485" y="5931706"/>
                </a:cubicBezTo>
                <a:close/>
                <a:moveTo>
                  <a:pt x="1505570" y="227178"/>
                </a:moveTo>
                <a:cubicBezTo>
                  <a:pt x="1691018" y="218628"/>
                  <a:pt x="1889853" y="275403"/>
                  <a:pt x="2026489" y="392370"/>
                </a:cubicBezTo>
                <a:cubicBezTo>
                  <a:pt x="2369898" y="685965"/>
                  <a:pt x="2078266" y="1147857"/>
                  <a:pt x="2444553" y="1654853"/>
                </a:cubicBezTo>
                <a:cubicBezTo>
                  <a:pt x="2492906" y="1721679"/>
                  <a:pt x="2800482" y="2144546"/>
                  <a:pt x="3183153" y="2116208"/>
                </a:cubicBezTo>
                <a:cubicBezTo>
                  <a:pt x="3673561" y="2080541"/>
                  <a:pt x="3723222" y="1441614"/>
                  <a:pt x="4288384" y="1291908"/>
                </a:cubicBezTo>
                <a:cubicBezTo>
                  <a:pt x="4689065" y="1185875"/>
                  <a:pt x="5207943" y="1366633"/>
                  <a:pt x="5472602" y="1697818"/>
                </a:cubicBezTo>
                <a:cubicBezTo>
                  <a:pt x="5891294" y="2221754"/>
                  <a:pt x="5408012" y="2790179"/>
                  <a:pt x="5844697" y="3444791"/>
                </a:cubicBezTo>
                <a:cubicBezTo>
                  <a:pt x="6149900" y="3902467"/>
                  <a:pt x="6672672" y="4053594"/>
                  <a:pt x="6715674" y="4065208"/>
                </a:cubicBezTo>
                <a:cubicBezTo>
                  <a:pt x="7326423" y="4232519"/>
                  <a:pt x="7677158" y="3817020"/>
                  <a:pt x="8130429" y="4101787"/>
                </a:cubicBezTo>
                <a:cubicBezTo>
                  <a:pt x="8226340" y="4161985"/>
                  <a:pt x="8536372" y="4356819"/>
                  <a:pt x="8624630" y="4686202"/>
                </a:cubicBezTo>
                <a:lnTo>
                  <a:pt x="8623843" y="4685749"/>
                </a:lnTo>
                <a:cubicBezTo>
                  <a:pt x="8636924" y="4734567"/>
                  <a:pt x="8644635" y="4784678"/>
                  <a:pt x="8646859" y="4835156"/>
                </a:cubicBezTo>
                <a:cubicBezTo>
                  <a:pt x="8662596" y="5196604"/>
                  <a:pt x="8398383" y="5562326"/>
                  <a:pt x="8079403" y="5661624"/>
                </a:cubicBezTo>
                <a:cubicBezTo>
                  <a:pt x="7649807" y="5795217"/>
                  <a:pt x="7430996" y="5350293"/>
                  <a:pt x="6833105" y="5397208"/>
                </a:cubicBezTo>
                <a:cubicBezTo>
                  <a:pt x="6519033" y="5421527"/>
                  <a:pt x="6056658" y="5595550"/>
                  <a:pt x="5900832" y="5944462"/>
                </a:cubicBezTo>
                <a:cubicBezTo>
                  <a:pt x="5770548" y="6236600"/>
                  <a:pt x="5916359" y="6515160"/>
                  <a:pt x="6067212" y="6811916"/>
                </a:cubicBezTo>
                <a:lnTo>
                  <a:pt x="6089565" y="6858000"/>
                </a:lnTo>
                <a:lnTo>
                  <a:pt x="0" y="6858000"/>
                </a:lnTo>
                <a:lnTo>
                  <a:pt x="0" y="2181377"/>
                </a:lnTo>
                <a:lnTo>
                  <a:pt x="73069" y="2215839"/>
                </a:lnTo>
                <a:cubicBezTo>
                  <a:pt x="165116" y="2251829"/>
                  <a:pt x="254486" y="2263171"/>
                  <a:pt x="335445" y="2237140"/>
                </a:cubicBezTo>
                <a:cubicBezTo>
                  <a:pt x="594718" y="2153707"/>
                  <a:pt x="688441" y="1733807"/>
                  <a:pt x="752878" y="1445285"/>
                </a:cubicBezTo>
                <a:cubicBezTo>
                  <a:pt x="925059" y="674068"/>
                  <a:pt x="975076" y="456292"/>
                  <a:pt x="1202551" y="314229"/>
                </a:cubicBezTo>
                <a:cubicBezTo>
                  <a:pt x="1287853" y="260956"/>
                  <a:pt x="1394302" y="232308"/>
                  <a:pt x="1505570" y="227178"/>
                </a:cubicBezTo>
                <a:close/>
                <a:moveTo>
                  <a:pt x="3142509" y="68854"/>
                </a:moveTo>
                <a:cubicBezTo>
                  <a:pt x="3275474" y="52467"/>
                  <a:pt x="3407455" y="106339"/>
                  <a:pt x="3490978" y="211117"/>
                </a:cubicBezTo>
                <a:cubicBezTo>
                  <a:pt x="3535271" y="266744"/>
                  <a:pt x="3563404" y="333535"/>
                  <a:pt x="3572083" y="404131"/>
                </a:cubicBezTo>
                <a:cubicBezTo>
                  <a:pt x="3598092" y="615337"/>
                  <a:pt x="3448040" y="807648"/>
                  <a:pt x="3236814" y="833688"/>
                </a:cubicBezTo>
                <a:cubicBezTo>
                  <a:pt x="3025594" y="859741"/>
                  <a:pt x="2833255" y="709631"/>
                  <a:pt x="2807245" y="498425"/>
                </a:cubicBezTo>
                <a:cubicBezTo>
                  <a:pt x="2781232" y="287207"/>
                  <a:pt x="2931283" y="94896"/>
                  <a:pt x="3142509" y="68854"/>
                </a:cubicBezTo>
                <a:close/>
                <a:moveTo>
                  <a:pt x="0" y="0"/>
                </a:moveTo>
                <a:lnTo>
                  <a:pt x="39858" y="0"/>
                </a:lnTo>
                <a:lnTo>
                  <a:pt x="65022" y="5834"/>
                </a:lnTo>
                <a:cubicBezTo>
                  <a:pt x="191545" y="45606"/>
                  <a:pt x="305874" y="124173"/>
                  <a:pt x="389258" y="235630"/>
                </a:cubicBezTo>
                <a:cubicBezTo>
                  <a:pt x="430983" y="291600"/>
                  <a:pt x="463360" y="353876"/>
                  <a:pt x="485484" y="420070"/>
                </a:cubicBezTo>
                <a:cubicBezTo>
                  <a:pt x="597711" y="759508"/>
                  <a:pt x="413661" y="1125662"/>
                  <a:pt x="74229" y="1237955"/>
                </a:cubicBezTo>
                <a:lnTo>
                  <a:pt x="0" y="1254477"/>
                </a:lnTo>
                <a:close/>
              </a:path>
            </a:pathLst>
          </a:custGeom>
          <a:solidFill>
            <a:schemeClr val="bg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Placeholder 1">
            <a:extLst>
              <a:ext uri="{FF2B5EF4-FFF2-40B4-BE49-F238E27FC236}">
                <a16:creationId xmlns:a16="http://schemas.microsoft.com/office/drawing/2014/main" id="{B760C036-BBCE-4F9E-AD56-DD36D4407B25}"/>
              </a:ext>
            </a:extLst>
          </p:cNvPr>
          <p:cNvSpPr>
            <a:spLocks noGrp="1"/>
          </p:cNvSpPr>
          <p:nvPr>
            <p:ph type="title"/>
          </p:nvPr>
        </p:nvSpPr>
        <p:spPr>
          <a:xfrm>
            <a:off x="609600" y="557784"/>
            <a:ext cx="10972800" cy="13255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3A5D7EC-1E6A-473F-B5A4-18CDFB6CF95A}"/>
              </a:ext>
            </a:extLst>
          </p:cNvPr>
          <p:cNvSpPr>
            <a:spLocks noGrp="1"/>
          </p:cNvSpPr>
          <p:nvPr>
            <p:ph type="body" idx="1"/>
          </p:nvPr>
        </p:nvSpPr>
        <p:spPr>
          <a:xfrm>
            <a:off x="609600" y="2106204"/>
            <a:ext cx="10972800" cy="403653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F9981C7-34D5-49A4-949D-715FD4BD8FE0}"/>
              </a:ext>
            </a:extLst>
          </p:cNvPr>
          <p:cNvSpPr>
            <a:spLocks noGrp="1"/>
          </p:cNvSpPr>
          <p:nvPr>
            <p:ph type="dt" sz="half" idx="2"/>
          </p:nvPr>
        </p:nvSpPr>
        <p:spPr>
          <a:xfrm>
            <a:off x="609600" y="6356350"/>
            <a:ext cx="2743200" cy="365125"/>
          </a:xfrm>
          <a:prstGeom prst="rect">
            <a:avLst/>
          </a:prstGeom>
        </p:spPr>
        <p:txBody>
          <a:bodyPr vert="horz" lIns="91440" tIns="45720" rIns="91440" bIns="45720" rtlCol="0" anchor="ctr"/>
          <a:lstStyle>
            <a:lvl1pPr algn="l">
              <a:defRPr lang="en-US" sz="800" kern="1200" cap="all" spc="200" smtClean="0">
                <a:solidFill>
                  <a:schemeClr val="tx1"/>
                </a:solidFill>
                <a:latin typeface="+mn-lt"/>
                <a:ea typeface="+mn-ea"/>
                <a:cs typeface="Segoe UI Semilight" panose="020B0402040204020203" pitchFamily="34" charset="0"/>
              </a:defRPr>
            </a:lvl1pPr>
          </a:lstStyle>
          <a:p>
            <a:fld id="{F481A142-DA77-4A5F-AD1F-14E6C18F0F5F}" type="datetime1">
              <a:rPr lang="en-US" smtClean="0"/>
              <a:t>12/3/25</a:t>
            </a:fld>
            <a:endParaRPr lang="en-US" dirty="0"/>
          </a:p>
        </p:txBody>
      </p:sp>
      <p:sp>
        <p:nvSpPr>
          <p:cNvPr id="5" name="Footer Placeholder 4">
            <a:extLst>
              <a:ext uri="{FF2B5EF4-FFF2-40B4-BE49-F238E27FC236}">
                <a16:creationId xmlns:a16="http://schemas.microsoft.com/office/drawing/2014/main" id="{FA85CE6E-733D-4C60-B40B-C7C10CB5AF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en-US" sz="800" kern="1200" cap="all" spc="200" dirty="0">
                <a:solidFill>
                  <a:schemeClr val="tx1"/>
                </a:solidFill>
                <a:latin typeface="+mn-lt"/>
                <a:ea typeface="+mn-ea"/>
                <a:cs typeface="Segoe UI Semilight" panose="020B0402040204020203" pitchFamily="34" charset="0"/>
              </a:defRPr>
            </a:lvl1pPr>
          </a:lstStyle>
          <a:p>
            <a:endParaRPr lang="en-US" dirty="0"/>
          </a:p>
        </p:txBody>
      </p:sp>
      <p:sp>
        <p:nvSpPr>
          <p:cNvPr id="6" name="Slide Number Placeholder 5">
            <a:extLst>
              <a:ext uri="{FF2B5EF4-FFF2-40B4-BE49-F238E27FC236}">
                <a16:creationId xmlns:a16="http://schemas.microsoft.com/office/drawing/2014/main" id="{92D80D8B-7909-4114-8EBA-C3086DC62B08}"/>
              </a:ext>
            </a:extLst>
          </p:cNvPr>
          <p:cNvSpPr>
            <a:spLocks noGrp="1"/>
          </p:cNvSpPr>
          <p:nvPr>
            <p:ph type="sldNum" sz="quarter" idx="4"/>
          </p:nvPr>
        </p:nvSpPr>
        <p:spPr>
          <a:xfrm>
            <a:off x="10134600" y="6356350"/>
            <a:ext cx="1447800" cy="365125"/>
          </a:xfrm>
          <a:prstGeom prst="rect">
            <a:avLst/>
          </a:prstGeom>
        </p:spPr>
        <p:txBody>
          <a:bodyPr vert="horz" lIns="91440" tIns="45720" rIns="91440" bIns="45720" rtlCol="0" anchor="ctr"/>
          <a:lstStyle>
            <a:lvl1pPr algn="r">
              <a:defRPr lang="en-US" sz="800" kern="1200" cap="all" spc="200" smtClean="0">
                <a:solidFill>
                  <a:schemeClr val="tx1"/>
                </a:solidFill>
                <a:latin typeface="+mn-lt"/>
                <a:ea typeface="+mn-ea"/>
                <a:cs typeface="Segoe UI Semilight" panose="020B0402040204020203" pitchFamily="34" charset="0"/>
              </a:defRPr>
            </a:lvl1pPr>
          </a:lstStyle>
          <a:p>
            <a:fld id="{1F646F3F-274D-499B-ABBE-824EB4ABDC3D}" type="slidenum">
              <a:rPr lang="en-US" smtClean="0"/>
              <a:pPr/>
              <a:t>‹#›</a:t>
            </a:fld>
            <a:endParaRPr lang="en-US"/>
          </a:p>
        </p:txBody>
      </p:sp>
    </p:spTree>
    <p:extLst>
      <p:ext uri="{BB962C8B-B14F-4D97-AF65-F5344CB8AC3E}">
        <p14:creationId xmlns:p14="http://schemas.microsoft.com/office/powerpoint/2010/main" val="3379427707"/>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24" r:id="rId6"/>
    <p:sldLayoutId id="2147483719" r:id="rId7"/>
    <p:sldLayoutId id="2147483720" r:id="rId8"/>
    <p:sldLayoutId id="2147483721" r:id="rId9"/>
    <p:sldLayoutId id="2147483723" r:id="rId10"/>
    <p:sldLayoutId id="2147483722" r:id="rId11"/>
  </p:sldLayoutIdLst>
  <p:hf sldNum="0" hdr="0" ftr="0" dt="0"/>
  <p:txStyles>
    <p:titleStyle>
      <a:lvl1pPr algn="l" defTabSz="914400" rtl="0" eaLnBrk="1" latinLnBrk="0" hangingPunct="1">
        <a:lnSpc>
          <a:spcPct val="10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Clr>
          <a:schemeClr val="accent5"/>
        </a:buClr>
        <a:buFont typeface="Avenir Next LT Pro" panose="020B0504020202020204" pitchFamily="34" charset="0"/>
        <a:buNone/>
        <a:defRPr sz="2000" kern="1200">
          <a:solidFill>
            <a:schemeClr val="tx1"/>
          </a:solidFill>
          <a:latin typeface="+mn-lt"/>
          <a:ea typeface="+mn-ea"/>
          <a:cs typeface="+mn-cs"/>
        </a:defRPr>
      </a:lvl1pPr>
      <a:lvl2pPr marL="228600" indent="0" algn="l" defTabSz="914400" rtl="0" eaLnBrk="1" latinLnBrk="0" hangingPunct="1">
        <a:lnSpc>
          <a:spcPct val="110000"/>
        </a:lnSpc>
        <a:spcBef>
          <a:spcPts val="500"/>
        </a:spcBef>
        <a:buClr>
          <a:schemeClr val="accent5"/>
        </a:buClr>
        <a:buFont typeface="Avenir Next LT Pro" panose="020B0504020202020204" pitchFamily="34" charset="0"/>
        <a:buNone/>
        <a:defRPr sz="1800" kern="1200">
          <a:solidFill>
            <a:schemeClr val="tx1"/>
          </a:solidFill>
          <a:latin typeface="+mn-lt"/>
          <a:ea typeface="+mn-ea"/>
          <a:cs typeface="+mn-cs"/>
        </a:defRPr>
      </a:lvl2pPr>
      <a:lvl3pPr marL="457200" indent="0" algn="l"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1"/>
          </a:solidFill>
          <a:latin typeface="+mn-lt"/>
          <a:ea typeface="+mn-ea"/>
          <a:cs typeface="+mn-cs"/>
        </a:defRPr>
      </a:lvl3pPr>
      <a:lvl4pPr marL="6858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Background Fill">
            <a:extLst>
              <a:ext uri="{FF2B5EF4-FFF2-40B4-BE49-F238E27FC236}">
                <a16:creationId xmlns:a16="http://schemas.microsoft.com/office/drawing/2014/main" id="{68CA250C-CF5A-4736-9249-D6111F7C55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C978CD5-696C-47A1-9AEC-EEB8D7D44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BF42E4F-B52E-EE2B-0A35-572151AAFDA4}"/>
              </a:ext>
            </a:extLst>
          </p:cNvPr>
          <p:cNvSpPr>
            <a:spLocks noGrp="1"/>
          </p:cNvSpPr>
          <p:nvPr>
            <p:ph type="ctrTitle"/>
          </p:nvPr>
        </p:nvSpPr>
        <p:spPr>
          <a:xfrm>
            <a:off x="609600" y="868964"/>
            <a:ext cx="5598097" cy="2819626"/>
          </a:xfrm>
        </p:spPr>
        <p:txBody>
          <a:bodyPr>
            <a:normAutofit/>
          </a:bodyPr>
          <a:lstStyle/>
          <a:p>
            <a:r>
              <a:rPr lang="en-US" dirty="0"/>
              <a:t>MealMatch</a:t>
            </a:r>
          </a:p>
        </p:txBody>
      </p:sp>
      <p:sp>
        <p:nvSpPr>
          <p:cNvPr id="3" name="Subtitle 2">
            <a:extLst>
              <a:ext uri="{FF2B5EF4-FFF2-40B4-BE49-F238E27FC236}">
                <a16:creationId xmlns:a16="http://schemas.microsoft.com/office/drawing/2014/main" id="{070BBB80-7D78-EFA8-2D3A-96951998963C}"/>
              </a:ext>
            </a:extLst>
          </p:cNvPr>
          <p:cNvSpPr>
            <a:spLocks noGrp="1"/>
          </p:cNvSpPr>
          <p:nvPr>
            <p:ph type="subTitle" idx="1"/>
          </p:nvPr>
        </p:nvSpPr>
        <p:spPr>
          <a:xfrm>
            <a:off x="609600" y="3902206"/>
            <a:ext cx="5598097" cy="2240529"/>
          </a:xfrm>
        </p:spPr>
        <p:txBody>
          <a:bodyPr>
            <a:normAutofit/>
          </a:bodyPr>
          <a:lstStyle/>
          <a:p>
            <a:r>
              <a:rPr lang="en-US" dirty="0"/>
              <a:t>Name: Rohin Senthil</a:t>
            </a:r>
            <a:br>
              <a:rPr lang="en-US" dirty="0"/>
            </a:br>
            <a:r>
              <a:rPr lang="en-US" dirty="0"/>
              <a:t>Advisor: Professor Nitin</a:t>
            </a:r>
          </a:p>
        </p:txBody>
      </p:sp>
      <p:pic>
        <p:nvPicPr>
          <p:cNvPr id="4" name="Picture 3">
            <a:extLst>
              <a:ext uri="{FF2B5EF4-FFF2-40B4-BE49-F238E27FC236}">
                <a16:creationId xmlns:a16="http://schemas.microsoft.com/office/drawing/2014/main" id="{9EB1498B-366D-20CD-C7D0-5B3BD4730744}"/>
              </a:ext>
            </a:extLst>
          </p:cNvPr>
          <p:cNvPicPr>
            <a:picLocks noChangeAspect="1"/>
          </p:cNvPicPr>
          <p:nvPr/>
        </p:nvPicPr>
        <p:blipFill>
          <a:blip r:embed="rId2"/>
          <a:srcRect l="21826" r="28072"/>
          <a:stretch>
            <a:fillRect/>
          </a:stretch>
        </p:blipFill>
        <p:spPr>
          <a:xfrm>
            <a:off x="6480316" y="1"/>
            <a:ext cx="5726654" cy="6857999"/>
          </a:xfrm>
          <a:custGeom>
            <a:avLst/>
            <a:gdLst/>
            <a:ahLst/>
            <a:cxnLst/>
            <a:rect l="l" t="t" r="r" b="b"/>
            <a:pathLst>
              <a:path w="5726654" h="6857999">
                <a:moveTo>
                  <a:pt x="615191" y="3536634"/>
                </a:moveTo>
                <a:cubicBezTo>
                  <a:pt x="896629" y="3536634"/>
                  <a:pt x="1124779" y="3764784"/>
                  <a:pt x="1124779" y="4046222"/>
                </a:cubicBezTo>
                <a:cubicBezTo>
                  <a:pt x="1124779" y="4327660"/>
                  <a:pt x="896629" y="4555810"/>
                  <a:pt x="615191" y="4555810"/>
                </a:cubicBezTo>
                <a:cubicBezTo>
                  <a:pt x="333753" y="4555810"/>
                  <a:pt x="105603" y="4327660"/>
                  <a:pt x="105603" y="4046222"/>
                </a:cubicBezTo>
                <a:cubicBezTo>
                  <a:pt x="105603" y="3764784"/>
                  <a:pt x="333753" y="3536634"/>
                  <a:pt x="615191" y="3536634"/>
                </a:cubicBezTo>
                <a:close/>
                <a:moveTo>
                  <a:pt x="1497781" y="0"/>
                </a:moveTo>
                <a:lnTo>
                  <a:pt x="5726654" y="0"/>
                </a:lnTo>
                <a:lnTo>
                  <a:pt x="5726654" y="6857999"/>
                </a:lnTo>
                <a:lnTo>
                  <a:pt x="311758" y="6857999"/>
                </a:lnTo>
                <a:lnTo>
                  <a:pt x="314131" y="6707669"/>
                </a:lnTo>
                <a:cubicBezTo>
                  <a:pt x="335133" y="6366408"/>
                  <a:pt x="433652" y="6019041"/>
                  <a:pt x="599703" y="5670857"/>
                </a:cubicBezTo>
                <a:cubicBezTo>
                  <a:pt x="770258" y="5311555"/>
                  <a:pt x="1010814" y="4986831"/>
                  <a:pt x="1211434" y="4641254"/>
                </a:cubicBezTo>
                <a:cubicBezTo>
                  <a:pt x="1493037" y="4154455"/>
                  <a:pt x="1511836" y="3622743"/>
                  <a:pt x="1053042" y="3164268"/>
                </a:cubicBezTo>
                <a:cubicBezTo>
                  <a:pt x="881978" y="2993263"/>
                  <a:pt x="700423" y="2805522"/>
                  <a:pt x="607049" y="2589404"/>
                </a:cubicBezTo>
                <a:cubicBezTo>
                  <a:pt x="366280" y="2032157"/>
                  <a:pt x="541126" y="1508060"/>
                  <a:pt x="1054916" y="1068098"/>
                </a:cubicBezTo>
                <a:cubicBezTo>
                  <a:pt x="1261028" y="891534"/>
                  <a:pt x="1489689" y="709487"/>
                  <a:pt x="1502878" y="419994"/>
                </a:cubicBezTo>
                <a:cubicBezTo>
                  <a:pt x="1506390" y="341909"/>
                  <a:pt x="1507263" y="263519"/>
                  <a:pt x="1505905" y="184995"/>
                </a:cubicBezTo>
                <a:close/>
                <a:moveTo>
                  <a:pt x="14544" y="0"/>
                </a:moveTo>
                <a:lnTo>
                  <a:pt x="879353" y="0"/>
                </a:lnTo>
                <a:lnTo>
                  <a:pt x="892054" y="78051"/>
                </a:lnTo>
                <a:cubicBezTo>
                  <a:pt x="904493" y="285270"/>
                  <a:pt x="770272" y="479620"/>
                  <a:pt x="561941" y="535442"/>
                </a:cubicBezTo>
                <a:cubicBezTo>
                  <a:pt x="323847" y="599239"/>
                  <a:pt x="79117" y="457944"/>
                  <a:pt x="15320" y="219851"/>
                </a:cubicBezTo>
                <a:cubicBezTo>
                  <a:pt x="-630" y="160328"/>
                  <a:pt x="-3761" y="100390"/>
                  <a:pt x="4235" y="42968"/>
                </a:cubicBezTo>
                <a:close/>
              </a:path>
            </a:pathLst>
          </a:custGeom>
        </p:spPr>
      </p:pic>
    </p:spTree>
    <p:extLst>
      <p:ext uri="{BB962C8B-B14F-4D97-AF65-F5344CB8AC3E}">
        <p14:creationId xmlns:p14="http://schemas.microsoft.com/office/powerpoint/2010/main" val="3259670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3B0AB-0609-762E-B71D-9D0FC11BE493}"/>
              </a:ext>
            </a:extLst>
          </p:cNvPr>
          <p:cNvSpPr>
            <a:spLocks noGrp="1"/>
          </p:cNvSpPr>
          <p:nvPr>
            <p:ph type="title"/>
          </p:nvPr>
        </p:nvSpPr>
        <p:spPr/>
        <p:txBody>
          <a:bodyPr/>
          <a:lstStyle/>
          <a:p>
            <a:r>
              <a:rPr lang="en-US" dirty="0"/>
              <a:t>Background </a:t>
            </a:r>
          </a:p>
        </p:txBody>
      </p:sp>
      <p:sp>
        <p:nvSpPr>
          <p:cNvPr id="3" name="Content Placeholder 2">
            <a:extLst>
              <a:ext uri="{FF2B5EF4-FFF2-40B4-BE49-F238E27FC236}">
                <a16:creationId xmlns:a16="http://schemas.microsoft.com/office/drawing/2014/main" id="{F0BCC020-DC36-025D-F5E4-12919AE6E5FE}"/>
              </a:ext>
            </a:extLst>
          </p:cNvPr>
          <p:cNvSpPr>
            <a:spLocks noGrp="1"/>
          </p:cNvSpPr>
          <p:nvPr>
            <p:ph idx="1"/>
          </p:nvPr>
        </p:nvSpPr>
        <p:spPr>
          <a:xfrm>
            <a:off x="609600" y="2106204"/>
            <a:ext cx="6174259" cy="4036534"/>
          </a:xfrm>
        </p:spPr>
        <p:txBody>
          <a:bodyPr/>
          <a:lstStyle/>
          <a:p>
            <a:r>
              <a:rPr lang="en-US" b="1" dirty="0"/>
              <a:t>Previous Internships: </a:t>
            </a:r>
            <a:br>
              <a:rPr lang="en-US" dirty="0"/>
            </a:br>
            <a:br>
              <a:rPr lang="en-US" dirty="0"/>
            </a:br>
            <a:r>
              <a:rPr lang="en-US" dirty="0"/>
              <a:t>Kroger: </a:t>
            </a:r>
          </a:p>
          <a:p>
            <a:pPr marL="342900" indent="-342900">
              <a:buFontTx/>
              <a:buChar char="-"/>
            </a:pPr>
            <a:r>
              <a:rPr lang="en-US" dirty="0"/>
              <a:t>Data Engineer for Online Pick Up Order Team </a:t>
            </a:r>
          </a:p>
          <a:p>
            <a:pPr marL="342900" indent="-342900">
              <a:buFontTx/>
              <a:buChar char="-"/>
            </a:pPr>
            <a:r>
              <a:rPr lang="en-US" dirty="0"/>
              <a:t>Full Stack Software Engineer for In Stock Team</a:t>
            </a:r>
          </a:p>
          <a:p>
            <a:pPr marL="342900" indent="-342900">
              <a:buFontTx/>
              <a:buChar char="-"/>
            </a:pPr>
            <a:endParaRPr lang="en-US" dirty="0"/>
          </a:p>
          <a:p>
            <a:r>
              <a:rPr lang="en-US" dirty="0"/>
              <a:t>AtriCure: </a:t>
            </a:r>
          </a:p>
          <a:p>
            <a:r>
              <a:rPr lang="en-US" dirty="0"/>
              <a:t>- Data Analyst/Data Engineer team </a:t>
            </a:r>
          </a:p>
        </p:txBody>
      </p:sp>
      <p:sp>
        <p:nvSpPr>
          <p:cNvPr id="4" name="TextBox 3">
            <a:extLst>
              <a:ext uri="{FF2B5EF4-FFF2-40B4-BE49-F238E27FC236}">
                <a16:creationId xmlns:a16="http://schemas.microsoft.com/office/drawing/2014/main" id="{0550520D-D70F-FC25-3043-C5076D7D8E5B}"/>
              </a:ext>
            </a:extLst>
          </p:cNvPr>
          <p:cNvSpPr txBox="1"/>
          <p:nvPr/>
        </p:nvSpPr>
        <p:spPr>
          <a:xfrm>
            <a:off x="7030995" y="2248930"/>
            <a:ext cx="4967416" cy="2862322"/>
          </a:xfrm>
          <a:prstGeom prst="rect">
            <a:avLst/>
          </a:prstGeom>
          <a:noFill/>
        </p:spPr>
        <p:txBody>
          <a:bodyPr wrap="square" rtlCol="0">
            <a:spAutoFit/>
          </a:bodyPr>
          <a:lstStyle/>
          <a:p>
            <a:r>
              <a:rPr lang="en-US" b="1" dirty="0"/>
              <a:t>School</a:t>
            </a:r>
            <a:r>
              <a:rPr lang="en-US" dirty="0"/>
              <a:t>: </a:t>
            </a:r>
            <a:br>
              <a:rPr lang="en-US" dirty="0"/>
            </a:br>
            <a:br>
              <a:rPr lang="en-US" dirty="0"/>
            </a:br>
            <a:r>
              <a:rPr lang="en-US" dirty="0"/>
              <a:t>Major: Computer Science</a:t>
            </a:r>
          </a:p>
          <a:p>
            <a:endParaRPr lang="en-US" dirty="0"/>
          </a:p>
          <a:p>
            <a:r>
              <a:rPr lang="en-US" dirty="0"/>
              <a:t>Goals Post Grad: </a:t>
            </a:r>
            <a:br>
              <a:rPr lang="en-US" dirty="0"/>
            </a:br>
            <a:br>
              <a:rPr lang="en-US" dirty="0"/>
            </a:br>
            <a:r>
              <a:rPr lang="en-US" dirty="0"/>
              <a:t>Continue with my current team in In Stock and get a return offer!</a:t>
            </a:r>
          </a:p>
          <a:p>
            <a:endParaRPr lang="en-US" dirty="0"/>
          </a:p>
          <a:p>
            <a:endParaRPr lang="en-US" dirty="0"/>
          </a:p>
        </p:txBody>
      </p:sp>
    </p:spTree>
    <p:extLst>
      <p:ext uri="{BB962C8B-B14F-4D97-AF65-F5344CB8AC3E}">
        <p14:creationId xmlns:p14="http://schemas.microsoft.com/office/powerpoint/2010/main" val="2747488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52B6C-27BD-E6BD-C57C-DCB0546949F4}"/>
              </a:ext>
            </a:extLst>
          </p:cNvPr>
          <p:cNvSpPr>
            <a:spLocks noGrp="1"/>
          </p:cNvSpPr>
          <p:nvPr>
            <p:ph type="title"/>
          </p:nvPr>
        </p:nvSpPr>
        <p:spPr/>
        <p:txBody>
          <a:bodyPr/>
          <a:lstStyle/>
          <a:p>
            <a:r>
              <a:rPr lang="en-US" dirty="0"/>
              <a:t>Senior Design Project Overview</a:t>
            </a:r>
          </a:p>
        </p:txBody>
      </p:sp>
      <p:sp>
        <p:nvSpPr>
          <p:cNvPr id="3" name="Content Placeholder 2">
            <a:extLst>
              <a:ext uri="{FF2B5EF4-FFF2-40B4-BE49-F238E27FC236}">
                <a16:creationId xmlns:a16="http://schemas.microsoft.com/office/drawing/2014/main" id="{8281F53D-35D6-B956-5622-1DF18A86EAD8}"/>
              </a:ext>
            </a:extLst>
          </p:cNvPr>
          <p:cNvSpPr>
            <a:spLocks noGrp="1"/>
          </p:cNvSpPr>
          <p:nvPr>
            <p:ph idx="1"/>
          </p:nvPr>
        </p:nvSpPr>
        <p:spPr/>
        <p:txBody>
          <a:bodyPr/>
          <a:lstStyle/>
          <a:p>
            <a:r>
              <a:rPr lang="en-US" b="1" dirty="0"/>
              <a:t>Problem Statement</a:t>
            </a:r>
            <a:r>
              <a:rPr lang="en-US" dirty="0"/>
              <a:t>: </a:t>
            </a:r>
            <a:br>
              <a:rPr lang="en-US" dirty="0"/>
            </a:br>
            <a:br>
              <a:rPr lang="en-US" dirty="0"/>
            </a:br>
            <a:r>
              <a:rPr lang="en-US" dirty="0"/>
              <a:t>Food insecurity affects millions of people who struggle to find information about available meal programs, discounted food options, and shelter services in their area. Current solutions are fragmented across multiple websites, phone hotlines, and word-of-mouth, making it difficult for people in need to quickly find help. Additionally, restaurants and shelters lack a centralized platform to advertise their services to those who need them most.</a:t>
            </a:r>
          </a:p>
        </p:txBody>
      </p:sp>
    </p:spTree>
    <p:extLst>
      <p:ext uri="{BB962C8B-B14F-4D97-AF65-F5344CB8AC3E}">
        <p14:creationId xmlns:p14="http://schemas.microsoft.com/office/powerpoint/2010/main" val="168636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CC2C8-55F9-C3E9-5A4F-A5F139249FC1}"/>
              </a:ext>
            </a:extLst>
          </p:cNvPr>
          <p:cNvSpPr>
            <a:spLocks noGrp="1"/>
          </p:cNvSpPr>
          <p:nvPr>
            <p:ph type="title"/>
          </p:nvPr>
        </p:nvSpPr>
        <p:spPr/>
        <p:txBody>
          <a:bodyPr/>
          <a:lstStyle/>
          <a:p>
            <a:r>
              <a:rPr lang="en-US" dirty="0"/>
              <a:t>Senior Design Project Overview Cont.</a:t>
            </a:r>
          </a:p>
        </p:txBody>
      </p:sp>
      <p:sp>
        <p:nvSpPr>
          <p:cNvPr id="3" name="Content Placeholder 2">
            <a:extLst>
              <a:ext uri="{FF2B5EF4-FFF2-40B4-BE49-F238E27FC236}">
                <a16:creationId xmlns:a16="http://schemas.microsoft.com/office/drawing/2014/main" id="{A47E1AFA-1D3A-91A7-2CC2-15702FCC897F}"/>
              </a:ext>
            </a:extLst>
          </p:cNvPr>
          <p:cNvSpPr>
            <a:spLocks noGrp="1"/>
          </p:cNvSpPr>
          <p:nvPr>
            <p:ph idx="1"/>
          </p:nvPr>
        </p:nvSpPr>
        <p:spPr/>
        <p:txBody>
          <a:bodyPr>
            <a:normAutofit fontScale="85000" lnSpcReduction="20000"/>
          </a:bodyPr>
          <a:lstStyle/>
          <a:p>
            <a:r>
              <a:rPr lang="en-US" b="1" dirty="0"/>
              <a:t>Overview</a:t>
            </a:r>
            <a:r>
              <a:rPr lang="en-US" dirty="0"/>
              <a:t>: </a:t>
            </a:r>
            <a:br>
              <a:rPr lang="en-US" dirty="0"/>
            </a:br>
            <a:br>
              <a:rPr lang="en-US" dirty="0"/>
            </a:br>
            <a:r>
              <a:rPr lang="en-US" dirty="0"/>
              <a:t>MealMatch is a web-based platform designed to address food insecurity by connecting individuals in need with affordable meals, restaurant deals, and shelter services in their community. The platform serves as a bridge between three key user groups: individuals seeking assistance, restaurants offering discounted or free meals, and shelters providing meals and housing services.</a:t>
            </a:r>
            <a:br>
              <a:rPr lang="en-US" dirty="0"/>
            </a:br>
            <a:br>
              <a:rPr lang="en-US" dirty="0"/>
            </a:br>
            <a:r>
              <a:rPr lang="en-US" b="1" dirty="0"/>
              <a:t>Solution</a:t>
            </a:r>
            <a:r>
              <a:rPr lang="en-US" dirty="0"/>
              <a:t>: </a:t>
            </a:r>
            <a:br>
              <a:rPr lang="en-US" dirty="0"/>
            </a:br>
            <a:br>
              <a:rPr lang="en-US" dirty="0"/>
            </a:br>
            <a:r>
              <a:rPr lang="en-US" dirty="0"/>
              <a:t>MealMatch provides a unified, location-based search platform where:</a:t>
            </a:r>
            <a:br>
              <a:rPr lang="en-US" dirty="0"/>
            </a:br>
            <a:endParaRPr lang="en-US" dirty="0"/>
          </a:p>
          <a:p>
            <a:r>
              <a:rPr lang="en-US" b="1" dirty="0"/>
              <a:t>Individuals</a:t>
            </a:r>
            <a:r>
              <a:rPr lang="en-US" dirty="0"/>
              <a:t> can search for free meals, discounted restaurant deals, and shelter services near their location</a:t>
            </a:r>
          </a:p>
          <a:p>
            <a:r>
              <a:rPr lang="en-US" b="1" dirty="0"/>
              <a:t>Restaurants</a:t>
            </a:r>
            <a:r>
              <a:rPr lang="en-US" dirty="0"/>
              <a:t> can post time-limited meal deals and promotions to reduce food waste while helping the community</a:t>
            </a:r>
          </a:p>
          <a:p>
            <a:r>
              <a:rPr lang="en-US" b="1" dirty="0"/>
              <a:t>Shelters</a:t>
            </a:r>
            <a:r>
              <a:rPr lang="en-US" dirty="0"/>
              <a:t> can advertise their services, update bed availability in real-time, and share meal schedules</a:t>
            </a:r>
          </a:p>
          <a:p>
            <a:endParaRPr lang="en-US" dirty="0"/>
          </a:p>
        </p:txBody>
      </p:sp>
    </p:spTree>
    <p:extLst>
      <p:ext uri="{BB962C8B-B14F-4D97-AF65-F5344CB8AC3E}">
        <p14:creationId xmlns:p14="http://schemas.microsoft.com/office/powerpoint/2010/main" val="397724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67CA1-88E3-4790-9ED9-EF4915ACB397}"/>
              </a:ext>
            </a:extLst>
          </p:cNvPr>
          <p:cNvSpPr>
            <a:spLocks noGrp="1"/>
          </p:cNvSpPr>
          <p:nvPr>
            <p:ph type="title"/>
          </p:nvPr>
        </p:nvSpPr>
        <p:spPr/>
        <p:txBody>
          <a:bodyPr/>
          <a:lstStyle/>
          <a:p>
            <a:r>
              <a:rPr lang="en-US" dirty="0"/>
              <a:t>Key Features</a:t>
            </a:r>
          </a:p>
        </p:txBody>
      </p:sp>
      <p:sp>
        <p:nvSpPr>
          <p:cNvPr id="3" name="Content Placeholder 2">
            <a:extLst>
              <a:ext uri="{FF2B5EF4-FFF2-40B4-BE49-F238E27FC236}">
                <a16:creationId xmlns:a16="http://schemas.microsoft.com/office/drawing/2014/main" id="{3A81C731-0BBB-EB5B-8D58-B0C3263C8187}"/>
              </a:ext>
            </a:extLst>
          </p:cNvPr>
          <p:cNvSpPr>
            <a:spLocks noGrp="1"/>
          </p:cNvSpPr>
          <p:nvPr>
            <p:ph idx="1"/>
          </p:nvPr>
        </p:nvSpPr>
        <p:spPr/>
        <p:txBody>
          <a:bodyPr>
            <a:normAutofit fontScale="85000" lnSpcReduction="10000"/>
          </a:bodyPr>
          <a:lstStyle/>
          <a:p>
            <a:r>
              <a:rPr lang="en-US" b="1" dirty="0"/>
              <a:t>1. Location-Based Search</a:t>
            </a:r>
          </a:p>
          <a:p>
            <a:r>
              <a:rPr lang="en-US" dirty="0"/>
              <a:t>Users can search for meals and shelters within a specified radius using GPS or manual coordinates</a:t>
            </a:r>
          </a:p>
          <a:p>
            <a:r>
              <a:rPr lang="en-US" b="1" dirty="0"/>
              <a:t>2. Interactive Map Integration</a:t>
            </a:r>
          </a:p>
          <a:p>
            <a:r>
              <a:rPr lang="en-US" dirty="0"/>
              <a:t>Google Maps integration displays all available resources visually with color-coded markers</a:t>
            </a:r>
          </a:p>
          <a:p>
            <a:r>
              <a:rPr lang="en-US" b="1" dirty="0"/>
              <a:t>3. Real-Time Updates</a:t>
            </a:r>
          </a:p>
          <a:p>
            <a:r>
              <a:rPr lang="en-US" dirty="0"/>
              <a:t>Restaurants can post meal deals with time windows; shelters can update bed availability instantly</a:t>
            </a:r>
          </a:p>
          <a:p>
            <a:r>
              <a:rPr lang="en-US" b="1" dirty="0"/>
              <a:t>4. Role-Based Dashboards</a:t>
            </a:r>
          </a:p>
          <a:p>
            <a:r>
              <a:rPr lang="en-US" dirty="0"/>
              <a:t>Separate interfaces for individuals, restaurants, and shelters with relevant features for each</a:t>
            </a:r>
          </a:p>
          <a:p>
            <a:r>
              <a:rPr lang="en-US" b="1" dirty="0"/>
              <a:t>5. Comprehensive Information</a:t>
            </a:r>
          </a:p>
          <a:p>
            <a:r>
              <a:rPr lang="en-US" dirty="0"/>
              <a:t>Detailed listings include meal times, dietary options, services offered, contact information, and directions</a:t>
            </a:r>
          </a:p>
          <a:p>
            <a:endParaRPr lang="en-US" dirty="0"/>
          </a:p>
        </p:txBody>
      </p:sp>
    </p:spTree>
    <p:extLst>
      <p:ext uri="{BB962C8B-B14F-4D97-AF65-F5344CB8AC3E}">
        <p14:creationId xmlns:p14="http://schemas.microsoft.com/office/powerpoint/2010/main" val="4419228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B2129-ACF8-D3CC-F659-2A10DEB8DD4A}"/>
              </a:ext>
            </a:extLst>
          </p:cNvPr>
          <p:cNvSpPr>
            <a:spLocks noGrp="1"/>
          </p:cNvSpPr>
          <p:nvPr>
            <p:ph type="title"/>
          </p:nvPr>
        </p:nvSpPr>
        <p:spPr/>
        <p:txBody>
          <a:bodyPr/>
          <a:lstStyle/>
          <a:p>
            <a:r>
              <a:rPr lang="en-US" dirty="0"/>
              <a:t>Why build this?</a:t>
            </a:r>
          </a:p>
        </p:txBody>
      </p:sp>
      <p:sp>
        <p:nvSpPr>
          <p:cNvPr id="3" name="Content Placeholder 2">
            <a:extLst>
              <a:ext uri="{FF2B5EF4-FFF2-40B4-BE49-F238E27FC236}">
                <a16:creationId xmlns:a16="http://schemas.microsoft.com/office/drawing/2014/main" id="{BD10DA32-E0F2-3F18-39D5-CF3E50272906}"/>
              </a:ext>
            </a:extLst>
          </p:cNvPr>
          <p:cNvSpPr>
            <a:spLocks noGrp="1"/>
          </p:cNvSpPr>
          <p:nvPr>
            <p:ph idx="1"/>
          </p:nvPr>
        </p:nvSpPr>
        <p:spPr/>
        <p:txBody>
          <a:bodyPr>
            <a:normAutofit fontScale="92500" lnSpcReduction="10000"/>
          </a:bodyPr>
          <a:lstStyle/>
          <a:p>
            <a:r>
              <a:rPr lang="en-US" b="1" dirty="0"/>
              <a:t>Impact</a:t>
            </a:r>
          </a:p>
          <a:p>
            <a:r>
              <a:rPr lang="en-US" dirty="0"/>
              <a:t>MealMatch aims to reduce food insecurity by making it easier for people to find assistance when they need it, while helping restaurants and shelters maximize their community impact. The platform reduces the time and effort required to locate food resources from hours to minutes.</a:t>
            </a:r>
          </a:p>
          <a:p>
            <a:r>
              <a:rPr lang="en-US" b="1" dirty="0"/>
              <a:t>Expected Outcomes</a:t>
            </a:r>
          </a:p>
          <a:p>
            <a:r>
              <a:rPr lang="en-US" b="1" dirty="0"/>
              <a:t>Faster Access to Food</a:t>
            </a:r>
            <a:r>
              <a:rPr lang="en-US" dirty="0"/>
              <a:t>: Reduce search time from hours to minutes</a:t>
            </a:r>
          </a:p>
          <a:p>
            <a:r>
              <a:rPr lang="en-US" b="1" dirty="0"/>
              <a:t>Reduced Food Waste</a:t>
            </a:r>
            <a:r>
              <a:rPr lang="en-US" dirty="0"/>
              <a:t>: Help restaurants donate surplus food instead of discarding it</a:t>
            </a:r>
          </a:p>
          <a:p>
            <a:r>
              <a:rPr lang="en-US" b="1" dirty="0"/>
              <a:t>Increased Shelter Utilization</a:t>
            </a:r>
            <a:r>
              <a:rPr lang="en-US" dirty="0"/>
              <a:t>: Connect people with available shelter beds in real-time</a:t>
            </a:r>
          </a:p>
          <a:p>
            <a:r>
              <a:rPr lang="en-US" b="1" dirty="0"/>
              <a:t>Community Connection</a:t>
            </a:r>
            <a:r>
              <a:rPr lang="en-US" dirty="0"/>
              <a:t>: Bridge the gap between those in need and available resources</a:t>
            </a:r>
          </a:p>
          <a:p>
            <a:r>
              <a:rPr lang="en-US" b="1" dirty="0"/>
              <a:t>Data-Driven Insights</a:t>
            </a:r>
            <a:r>
              <a:rPr lang="en-US" dirty="0"/>
              <a:t>: Enable better resource allocation based on usage patterns</a:t>
            </a:r>
          </a:p>
          <a:p>
            <a:endParaRPr lang="en-US" dirty="0"/>
          </a:p>
        </p:txBody>
      </p:sp>
    </p:spTree>
    <p:extLst>
      <p:ext uri="{BB962C8B-B14F-4D97-AF65-F5344CB8AC3E}">
        <p14:creationId xmlns:p14="http://schemas.microsoft.com/office/powerpoint/2010/main" val="21734965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E97EE-5D42-CB42-1A42-A5D0A0FA15D6}"/>
              </a:ext>
            </a:extLst>
          </p:cNvPr>
          <p:cNvSpPr>
            <a:spLocks noGrp="1"/>
          </p:cNvSpPr>
          <p:nvPr>
            <p:ph type="title"/>
          </p:nvPr>
        </p:nvSpPr>
        <p:spPr>
          <a:xfrm>
            <a:off x="140043" y="150011"/>
            <a:ext cx="4604951" cy="566681"/>
          </a:xfrm>
        </p:spPr>
        <p:txBody>
          <a:bodyPr>
            <a:normAutofit fontScale="90000"/>
          </a:bodyPr>
          <a:lstStyle/>
          <a:p>
            <a:r>
              <a:rPr lang="en-US" dirty="0"/>
              <a:t>Design Diagram</a:t>
            </a:r>
          </a:p>
        </p:txBody>
      </p:sp>
      <p:pic>
        <p:nvPicPr>
          <p:cNvPr id="5" name="Picture 4" descr="A diagram of a computer&#10;&#10;AI-generated content may be incorrect.">
            <a:extLst>
              <a:ext uri="{FF2B5EF4-FFF2-40B4-BE49-F238E27FC236}">
                <a16:creationId xmlns:a16="http://schemas.microsoft.com/office/drawing/2014/main" id="{EED15749-54FE-4AD1-D8C1-2B110F380C54}"/>
              </a:ext>
            </a:extLst>
          </p:cNvPr>
          <p:cNvPicPr>
            <a:picLocks noChangeAspect="1"/>
          </p:cNvPicPr>
          <p:nvPr/>
        </p:nvPicPr>
        <p:blipFill>
          <a:blip r:embed="rId2"/>
          <a:stretch>
            <a:fillRect/>
          </a:stretch>
        </p:blipFill>
        <p:spPr>
          <a:xfrm>
            <a:off x="140043" y="1228173"/>
            <a:ext cx="11521981" cy="5338118"/>
          </a:xfrm>
          <a:prstGeom prst="rect">
            <a:avLst/>
          </a:prstGeom>
        </p:spPr>
      </p:pic>
    </p:spTree>
    <p:extLst>
      <p:ext uri="{BB962C8B-B14F-4D97-AF65-F5344CB8AC3E}">
        <p14:creationId xmlns:p14="http://schemas.microsoft.com/office/powerpoint/2010/main" val="2655499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E336D-40D9-5A50-0D67-DF4378642E03}"/>
              </a:ext>
            </a:extLst>
          </p:cNvPr>
          <p:cNvSpPr>
            <a:spLocks noGrp="1"/>
          </p:cNvSpPr>
          <p:nvPr>
            <p:ph type="title"/>
          </p:nvPr>
        </p:nvSpPr>
        <p:spPr/>
        <p:txBody>
          <a:bodyPr/>
          <a:lstStyle/>
          <a:p>
            <a:r>
              <a:rPr lang="en-US" dirty="0"/>
              <a:t>End Goal</a:t>
            </a:r>
          </a:p>
        </p:txBody>
      </p:sp>
      <p:sp>
        <p:nvSpPr>
          <p:cNvPr id="3" name="Content Placeholder 2">
            <a:extLst>
              <a:ext uri="{FF2B5EF4-FFF2-40B4-BE49-F238E27FC236}">
                <a16:creationId xmlns:a16="http://schemas.microsoft.com/office/drawing/2014/main" id="{69CCAD9F-7D4E-9A45-7696-AE04CB73484E}"/>
              </a:ext>
            </a:extLst>
          </p:cNvPr>
          <p:cNvSpPr>
            <a:spLocks noGrp="1"/>
          </p:cNvSpPr>
          <p:nvPr>
            <p:ph idx="1"/>
          </p:nvPr>
        </p:nvSpPr>
        <p:spPr/>
        <p:txBody>
          <a:bodyPr/>
          <a:lstStyle/>
          <a:p>
            <a:r>
              <a:rPr lang="en-US" dirty="0"/>
              <a:t>The end goal of this project is to successfully create a web application that we can deploy within the Cincinnati region to help lower-income individuals connect to good deals. We hope to foster an environment in Cincinnati that allows those in need to get the resources they need. I believe in this initiative to make Cincinnati a better place, and I believe you should, to!</a:t>
            </a:r>
          </a:p>
        </p:txBody>
      </p:sp>
    </p:spTree>
    <p:extLst>
      <p:ext uri="{BB962C8B-B14F-4D97-AF65-F5344CB8AC3E}">
        <p14:creationId xmlns:p14="http://schemas.microsoft.com/office/powerpoint/2010/main" val="771871718"/>
      </p:ext>
    </p:extLst>
  </p:cSld>
  <p:clrMapOvr>
    <a:masterClrMapping/>
  </p:clrMapOvr>
</p:sld>
</file>

<file path=ppt/theme/theme1.xml><?xml version="1.0" encoding="utf-8"?>
<a:theme xmlns:a="http://schemas.openxmlformats.org/drawingml/2006/main" name="SplashVTI">
  <a:themeElements>
    <a:clrScheme name="Custom 11">
      <a:dk1>
        <a:srgbClr val="262626"/>
      </a:dk1>
      <a:lt1>
        <a:sysClr val="window" lastClr="FFFFFF"/>
      </a:lt1>
      <a:dk2>
        <a:srgbClr val="2F333D"/>
      </a:dk2>
      <a:lt2>
        <a:srgbClr val="E9F3F3"/>
      </a:lt2>
      <a:accent1>
        <a:srgbClr val="1EBE9B"/>
      </a:accent1>
      <a:accent2>
        <a:srgbClr val="FD8686"/>
      </a:accent2>
      <a:accent3>
        <a:srgbClr val="0AC8AD"/>
      </a:accent3>
      <a:accent4>
        <a:srgbClr val="E69500"/>
      </a:accent4>
      <a:accent5>
        <a:srgbClr val="EC4E70"/>
      </a:accent5>
      <a:accent6>
        <a:srgbClr val="794DFF"/>
      </a:accent6>
      <a:hlink>
        <a:srgbClr val="3E8FF1"/>
      </a:hlink>
      <a:folHlink>
        <a:srgbClr val="939393"/>
      </a:folHlink>
    </a:clrScheme>
    <a:fontScheme name="Custom 23">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plashVTI" id="{CD38C481-21EC-466B-953B-A1440B42712A}" vid="{D3E4813C-1D98-48C2-AF59-2D0D78E25500}"/>
    </a:ext>
  </a:extLst>
</a:theme>
</file>

<file path=docProps/app.xml><?xml version="1.0" encoding="utf-8"?>
<Properties xmlns="http://schemas.openxmlformats.org/officeDocument/2006/extended-properties" xmlns:vt="http://schemas.openxmlformats.org/officeDocument/2006/docPropsVTypes">
  <TotalTime>71</TotalTime>
  <Words>574</Words>
  <Application>Microsoft Macintosh PowerPoint</Application>
  <PresentationFormat>Widescreen</PresentationFormat>
  <Paragraphs>42</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Avenir Next LT Pro</vt:lpstr>
      <vt:lpstr>Posterama</vt:lpstr>
      <vt:lpstr>SplashVTI</vt:lpstr>
      <vt:lpstr>MealMatch</vt:lpstr>
      <vt:lpstr>Background </vt:lpstr>
      <vt:lpstr>Senior Design Project Overview</vt:lpstr>
      <vt:lpstr>Senior Design Project Overview Cont.</vt:lpstr>
      <vt:lpstr>Key Features</vt:lpstr>
      <vt:lpstr>Why build this?</vt:lpstr>
      <vt:lpstr>Design Diagram</vt:lpstr>
      <vt:lpstr>End Goal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Senthil, Rohin (senthirn)</dc:creator>
  <cp:lastModifiedBy>Senthil, Rohin (senthirn)</cp:lastModifiedBy>
  <cp:revision>1</cp:revision>
  <dcterms:created xsi:type="dcterms:W3CDTF">2025-12-03T12:43:50Z</dcterms:created>
  <dcterms:modified xsi:type="dcterms:W3CDTF">2025-12-03T13:55:19Z</dcterms:modified>
</cp:coreProperties>
</file>